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914400"/>
            <a:ext cx="1005840" cy="100584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3" name="Image 0" descr="icons/lan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9242" y="1140714"/>
            <a:ext cx="553212" cy="5532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286000"/>
            <a:ext cx="10360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Scheme Discovery Assistant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Governance &amp; Citizen Services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184648" y="4343400"/>
            <a:ext cx="1828800" cy="0"/>
          </a:xfrm>
          <a:prstGeom prst="line">
            <a:avLst/>
          </a:prstGeom>
          <a:noFill/>
          <a:ln w="25400">
            <a:solidFill>
              <a:srgbClr val="FF99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SkillUp Hackathon  ×  IBM SkillsBuild  |  Built with IBM Bob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 Jain  |  B.Tech CSE (AI/ML), VGU Jaipur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Citizens struggle to access what they already qualify for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runs hundreds of welfare schemes — but most citizens never discover the ones meant for them, or give up trying to understand eligibility rules written in dense official language.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26480" y="16002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55080" y="1897380"/>
            <a:ext cx="640080" cy="64008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9098" y="2041398"/>
            <a:ext cx="352044" cy="3520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78040" y="17647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Gap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13055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don't know which schemes exist for their situation.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26480" y="306324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3360420"/>
            <a:ext cx="640080" cy="64008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2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098" y="3504438"/>
            <a:ext cx="352044" cy="3520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78040" y="3227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Eligibility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3593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income, occupation, state rules are scattered and confusing.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452628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55080" y="4823460"/>
            <a:ext cx="640080" cy="64008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7" name="Image 2" descr="icons/langu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4967478"/>
            <a:ext cx="352044" cy="3520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78040" y="4690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178040" y="50566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scheme text is rarely available in a citizen's own language.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the last-mile gap in public service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822960" cy="82296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5" name="Image 0" descr="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126" y="2105406"/>
            <a:ext cx="452628" cy="4526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9202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access to entitlements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237744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find relevant schemes in minutes instead of navigating multiple portals.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3337560"/>
            <a:ext cx="822960" cy="82296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26" y="3522726"/>
            <a:ext cx="452628" cy="4526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20240" y="333756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dependence on middlemen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920240" y="379476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direct eligibility answers reduce reliance on agents or informal help.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22960" y="4754880"/>
            <a:ext cx="822960" cy="82296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13" name="Image 2" descr="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126" y="4940046"/>
            <a:ext cx="452628" cy="45262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20240" y="4754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inclusion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920240" y="52120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multilingual explanations make schemes accessible to more citizens.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assistant, covering all four project ideas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731520" cy="731520"/>
          </a:xfrm>
          <a:prstGeom prst="ellipse">
            <a:avLst/>
          </a:prstGeom>
          <a:solidFill>
            <a:srgbClr val="1F7A4D"/>
          </a:solidFill>
          <a:ln/>
        </p:spPr>
      </p:sp>
      <p:pic>
        <p:nvPicPr>
          <p:cNvPr id="6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17627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803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Discovery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644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profile — get matched to real schemes you qualify for.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011680"/>
            <a:ext cx="731520" cy="731520"/>
          </a:xfrm>
          <a:prstGeom prst="ellipse">
            <a:avLst/>
          </a:prstGeom>
          <a:solidFill>
            <a:srgbClr val="1F7A4D"/>
          </a:solidFill>
          <a:ln/>
        </p:spPr>
      </p:sp>
      <p:pic>
        <p:nvPicPr>
          <p:cNvPr id="11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1762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8803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Checker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2644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matching engine checks age, income, occupation &amp; state rules.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480560"/>
            <a:ext cx="731520" cy="731520"/>
          </a:xfrm>
          <a:prstGeom prst="ellipse">
            <a:avLst/>
          </a:prstGeom>
          <a:solidFill>
            <a:srgbClr val="1F7A4D"/>
          </a:solidFill>
          <a:ln/>
        </p:spPr>
      </p:sp>
      <p:pic>
        <p:nvPicPr>
          <p:cNvPr id="16" name="Image 2" descr="icons/ro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6451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" y="53492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Services Bot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68680" y="57332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free-form questions like “Am I eligible for Ayushman Bharat?”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16052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480560"/>
            <a:ext cx="731520" cy="731520"/>
          </a:xfrm>
          <a:prstGeom prst="ellipse">
            <a:avLst/>
          </a:prstGeom>
          <a:solidFill>
            <a:srgbClr val="1F7A4D"/>
          </a:solidFill>
          <a:ln/>
        </p:spPr>
      </p:sp>
      <p:pic>
        <p:nvPicPr>
          <p:cNvPr id="21" name="Image 3" descr="icon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64515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37960" y="534924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Explainer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37960" y="57332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can be explained in English, Hindi, or Hinglish.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profile to answer in four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60908" y="2743200"/>
            <a:ext cx="2377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29588" y="2423160"/>
            <a:ext cx="640080" cy="640080"/>
          </a:xfrm>
          <a:prstGeom prst="ellipse">
            <a:avLst/>
          </a:prstGeom>
          <a:solidFill>
            <a:srgbClr val="FF99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295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9806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Profile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98068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income, occupation, state, gender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238348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558388" y="2743200"/>
            <a:ext cx="2377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7068" y="2423160"/>
            <a:ext cx="640080" cy="640080"/>
          </a:xfrm>
          <a:prstGeom prst="ellipse">
            <a:avLst/>
          </a:prstGeom>
          <a:solidFill>
            <a:srgbClr val="FF99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2706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9554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Schemes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95548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engine filters eligible schemes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35828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55868" y="2743200"/>
            <a:ext cx="2377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24548" y="2423160"/>
            <a:ext cx="640080" cy="640080"/>
          </a:xfrm>
          <a:prstGeom prst="ellipse">
            <a:avLst/>
          </a:prstGeom>
          <a:solidFill>
            <a:srgbClr val="FF99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2454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9302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93028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summary in chosen language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33308" y="34290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953348" y="2743200"/>
            <a:ext cx="2377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822028" y="2423160"/>
            <a:ext cx="640080" cy="640080"/>
          </a:xfrm>
          <a:prstGeom prst="ellipse">
            <a:avLst/>
          </a:prstGeom>
          <a:solidFill>
            <a:srgbClr val="FF993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220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090508" y="3246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&amp; Apply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090508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process, and official links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logic cleanly separated from the UI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02920" cy="50292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5" name="Image 0" descr="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2033397"/>
            <a:ext cx="276606" cy="2766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models.py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2128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&amp; UserProfile dataclasses with validation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2761488"/>
            <a:ext cx="502920" cy="50292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97" y="2874645"/>
            <a:ext cx="276606" cy="2766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eligibility.py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30540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EligibilityChecker — AND-combined matching rules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3602736"/>
            <a:ext cx="502920" cy="50292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13" name="Image 2" descr="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97" y="3715893"/>
            <a:ext cx="276606" cy="27660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35570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filters.py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234440" y="389534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SchemeFilter — keyword &amp; category search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17" name="Image 3" descr="icons/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97" y="4557141"/>
            <a:ext cx="276606" cy="27660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43982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data.py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1234440" y="47365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SchemeRepository — loads schemes.json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48640" y="5285232"/>
            <a:ext cx="502920" cy="50292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21" name="Image 4" descr="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97" y="5398389"/>
            <a:ext cx="276606" cy="27660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52395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123444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only — zero business logic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6263640" y="1051560"/>
            <a:ext cx="5486400" cy="530352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5" name="Image 5" descr="/mnt/user-data/uploads/1789747437967_im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400800" y="1188720"/>
            <a:ext cx="5212080" cy="50292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IBM Bob — plan first, then implement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92328" y="1828800"/>
            <a:ext cx="5029200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2368" y="2148840"/>
            <a:ext cx="685800" cy="68580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673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81048" y="2194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Plan Mode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112368" y="30632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Bob to analyze the problem before writing any code: requirements, classes, data fields, and validation rules — no implementation yet.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2152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370168" y="1828800"/>
            <a:ext cx="5029200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48840"/>
            <a:ext cx="685800" cy="685800"/>
          </a:xfrm>
          <a:prstGeom prst="ellipse">
            <a:avLst/>
          </a:prstGeom>
          <a:solidFill>
            <a:srgbClr val="1F7A4D"/>
          </a:solidFill>
          <a:ln/>
        </p:spPr>
      </p:sp>
      <p:pic>
        <p:nvPicPr>
          <p:cNvPr id="12" name="Image 1" descr="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513" y="230314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58888" y="2194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Mode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0632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design approved, Bob implemented it: layered modules, dataclass validation, the eligibility engine, and pytest unit tests — with explicit approval before every file write.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properly layered, tested application — not a one-file prototype.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Simple, reliable tools — nothing over-engineered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11784" y="2377440"/>
            <a:ext cx="914400" cy="91440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5" name="Image 0" descr="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7524" y="25831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40284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(OOP)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40284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Dataclasses &amp; layered modules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25216" y="2377440"/>
            <a:ext cx="914400" cy="91440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9" name="Image 1" descr="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956" y="25831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75371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2753716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Plain-language, grounded explanations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38648" y="2377440"/>
            <a:ext cx="914400" cy="91440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13" name="Image 2" descr="icons/land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25831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6714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067148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clean interactive UI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952080" y="2377440"/>
            <a:ext cx="914400" cy="91440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17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820" y="258318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8058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7380580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core logic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265512" y="2377440"/>
            <a:ext cx="914400" cy="914400"/>
          </a:xfrm>
          <a:prstGeom prst="ellipse">
            <a:avLst/>
          </a:prstGeom>
          <a:solidFill>
            <a:srgbClr val="FF9933"/>
          </a:solidFill>
          <a:ln/>
        </p:spPr>
      </p:sp>
      <p:pic>
        <p:nvPicPr>
          <p:cNvPr id="21" name="Image 4" descr="icons/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1252" y="25831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69401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9694012" y="38404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editable scheme dataset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888888">
                <a:alpha val="30000"/>
              </a:srgbClr>
            </a:outerShdw>
          </a:effectLst>
        </p:spPr>
      </p:sp>
      <p:pic>
        <p:nvPicPr>
          <p:cNvPr id="5" name="Image 0" descr="/mnt/user-data/uploads/1789747463676_im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828800"/>
            <a:ext cx="704088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21040" y="2194560"/>
            <a:ext cx="640080" cy="64008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1" descr="icons/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58" y="2338578"/>
            <a:ext cx="352044" cy="3520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0982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098280" y="24871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github.com/Akshay-tech13/Government-Scheme-Discovery-Assistant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8321040" y="3749040"/>
            <a:ext cx="640080" cy="64008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1" name="Image 2" descr="icons/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058" y="3893058"/>
            <a:ext cx="352044" cy="3520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9828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9098280" y="4041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govschemefinder.streamlit.app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128016" cy="128016"/>
          </a:xfrm>
          <a:prstGeom prst="ellipse">
            <a:avLst/>
          </a:prstGeom>
          <a:solidFill>
            <a:srgbClr val="FF993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regional Indian languages beyond Hindi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128016" cy="128016"/>
          </a:xfrm>
          <a:prstGeom prst="ellipse">
            <a:avLst/>
          </a:prstGeom>
          <a:solidFill>
            <a:srgbClr val="FF99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871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for low-literacy users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127248"/>
            <a:ext cx="128016" cy="128016"/>
          </a:xfrm>
          <a:prstGeom prst="ellipse">
            <a:avLst/>
          </a:prstGeom>
          <a:solidFill>
            <a:srgbClr val="FF99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0540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application links &amp; document checklists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28016" cy="128016"/>
          </a:xfrm>
          <a:prstGeom prst="ellipse">
            <a:avLst/>
          </a:prstGeom>
          <a:solidFill>
            <a:srgbClr val="FF993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362102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Larger, auto-updated scheme database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11064240" cy="0"/>
          </a:xfrm>
          <a:prstGeom prst="line">
            <a:avLst/>
          </a:prstGeom>
          <a:noFill/>
          <a:ln w="19050">
            <a:solidFill>
              <a:srgbClr val="1337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37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 Jain  |  B.Tech CSE (AI/ML), VGU Jaipur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Scheme Discovery Assistant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2026-09-19T04:58:58Z</dcterms:created>
  <dcterms:modified xsi:type="dcterms:W3CDTF">2026-09-19T04:58:58Z</dcterms:modified>
</cp:coreProperties>
</file>